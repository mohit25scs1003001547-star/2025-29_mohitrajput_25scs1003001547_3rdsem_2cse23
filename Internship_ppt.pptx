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12192000"/>
  <p:embeddedFontLst>
    <p:embeddedFont>
      <p:font typeface="Kanit Light" panose="020B0604020202020204" charset="-34"/>
      <p:regular r:id="rId15"/>
    </p:embeddedFont>
    <p:embeddedFont>
      <p:font typeface="Martel Sans" panose="020B0604020202020204" charset="0"/>
      <p:regular r:id="rId16"/>
    </p:embeddedFont>
    <p:embeddedFont>
      <p:font typeface="Martel Sans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43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 Rajput" userId="95106810807b9c4b" providerId="LiveId" clId="{01EA595D-86A9-4D03-A195-569607AD62BB}"/>
    <pc:docChg chg="custSel addSld modSld">
      <pc:chgData name="Mohit Rajput" userId="95106810807b9c4b" providerId="LiveId" clId="{01EA595D-86A9-4D03-A195-569607AD62BB}" dt="2026-08-29T18:34:37.760" v="300" actId="255"/>
      <pc:docMkLst>
        <pc:docMk/>
      </pc:docMkLst>
      <pc:sldChg chg="addSp delSp modSp mod">
        <pc:chgData name="Mohit Rajput" userId="95106810807b9c4b" providerId="LiveId" clId="{01EA595D-86A9-4D03-A195-569607AD62BB}" dt="2026-08-29T18:13:23.210" v="142" actId="1076"/>
        <pc:sldMkLst>
          <pc:docMk/>
          <pc:sldMk cId="0" sldId="256"/>
        </pc:sldMkLst>
        <pc:spChg chg="mod">
          <ac:chgData name="Mohit Rajput" userId="95106810807b9c4b" providerId="LiveId" clId="{01EA595D-86A9-4D03-A195-569607AD62BB}" dt="2026-08-29T18:13:06.392" v="139" actId="113"/>
          <ac:spMkLst>
            <pc:docMk/>
            <pc:sldMk cId="0" sldId="256"/>
            <ac:spMk id="4" creationId="{00000000-0000-0000-0000-000000000000}"/>
          </ac:spMkLst>
        </pc:spChg>
        <pc:spChg chg="mod">
          <ac:chgData name="Mohit Rajput" userId="95106810807b9c4b" providerId="LiveId" clId="{01EA595D-86A9-4D03-A195-569607AD62BB}" dt="2026-08-29T18:13:23.210" v="142" actId="1076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Mohit Rajput" userId="95106810807b9c4b" providerId="LiveId" clId="{01EA595D-86A9-4D03-A195-569607AD62BB}" dt="2026-08-29T18:00:23.330" v="17"/>
          <ac:spMkLst>
            <pc:docMk/>
            <pc:sldMk cId="0" sldId="256"/>
            <ac:spMk id="6" creationId="{F9C87DED-13CE-2DB3-AD1C-164DD30836EE}"/>
          </ac:spMkLst>
        </pc:spChg>
        <pc:spChg chg="add mod">
          <ac:chgData name="Mohit Rajput" userId="95106810807b9c4b" providerId="LiveId" clId="{01EA595D-86A9-4D03-A195-569607AD62BB}" dt="2026-08-29T18:11:11.376" v="84" actId="1076"/>
          <ac:spMkLst>
            <pc:docMk/>
            <pc:sldMk cId="0" sldId="256"/>
            <ac:spMk id="8" creationId="{4F673AE1-32A5-98BD-4A75-7660DF5FB1A7}"/>
          </ac:spMkLst>
        </pc:spChg>
        <pc:spChg chg="add mod">
          <ac:chgData name="Mohit Rajput" userId="95106810807b9c4b" providerId="LiveId" clId="{01EA595D-86A9-4D03-A195-569607AD62BB}" dt="2026-08-29T18:12:59.975" v="138" actId="1076"/>
          <ac:spMkLst>
            <pc:docMk/>
            <pc:sldMk cId="0" sldId="256"/>
            <ac:spMk id="9" creationId="{EE0C4AFA-C896-CC10-18C8-DC0C21932B67}"/>
          </ac:spMkLst>
        </pc:spChg>
        <pc:picChg chg="add mod">
          <ac:chgData name="Mohit Rajput" userId="95106810807b9c4b" providerId="LiveId" clId="{01EA595D-86A9-4D03-A195-569607AD62BB}" dt="2026-08-29T18:09:53.055" v="25" actId="1076"/>
          <ac:picMkLst>
            <pc:docMk/>
            <pc:sldMk cId="0" sldId="256"/>
            <ac:picMk id="7" creationId="{FCF2244C-7791-6D4F-4E61-90C532949EE6}"/>
          </ac:picMkLst>
        </pc:picChg>
        <pc:picChg chg="add del mod">
          <ac:chgData name="Mohit Rajput" userId="95106810807b9c4b" providerId="LiveId" clId="{01EA595D-86A9-4D03-A195-569607AD62BB}" dt="2026-08-29T18:09:24.507" v="21" actId="478"/>
          <ac:picMkLst>
            <pc:docMk/>
            <pc:sldMk cId="0" sldId="256"/>
            <ac:picMk id="1026" creationId="{FB45FFEC-6E78-86DF-51A6-100CADCFCE35}"/>
          </ac:picMkLst>
        </pc:picChg>
      </pc:sldChg>
      <pc:sldChg chg="addSp modSp mod">
        <pc:chgData name="Mohit Rajput" userId="95106810807b9c4b" providerId="LiveId" clId="{01EA595D-86A9-4D03-A195-569607AD62BB}" dt="2026-08-29T18:18:24.340" v="255" actId="20577"/>
        <pc:sldMkLst>
          <pc:docMk/>
          <pc:sldMk cId="0" sldId="257"/>
        </pc:sldMkLst>
        <pc:spChg chg="mod">
          <ac:chgData name="Mohit Rajput" userId="95106810807b9c4b" providerId="LiveId" clId="{01EA595D-86A9-4D03-A195-569607AD62BB}" dt="2026-08-29T18:16:39.164" v="172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Mohit Rajput" userId="95106810807b9c4b" providerId="LiveId" clId="{01EA595D-86A9-4D03-A195-569607AD62BB}" dt="2026-08-29T18:17:16.211" v="189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Mohit Rajput" userId="95106810807b9c4b" providerId="LiveId" clId="{01EA595D-86A9-4D03-A195-569607AD62BB}" dt="2026-08-29T18:18:24.340" v="255" actId="20577"/>
          <ac:spMkLst>
            <pc:docMk/>
            <pc:sldMk cId="0" sldId="257"/>
            <ac:spMk id="9" creationId="{00000000-0000-0000-0000-000000000000}"/>
          </ac:spMkLst>
        </pc:spChg>
        <pc:picChg chg="add mod">
          <ac:chgData name="Mohit Rajput" userId="95106810807b9c4b" providerId="LiveId" clId="{01EA595D-86A9-4D03-A195-569607AD62BB}" dt="2026-08-29T18:16:50.290" v="175" actId="1076"/>
          <ac:picMkLst>
            <pc:docMk/>
            <pc:sldMk cId="0" sldId="257"/>
            <ac:picMk id="11" creationId="{4DABA4DF-5FD6-BA70-89C0-1A4A85707904}"/>
          </ac:picMkLst>
        </pc:picChg>
      </pc:sldChg>
      <pc:sldChg chg="modSp mod">
        <pc:chgData name="Mohit Rajput" userId="95106810807b9c4b" providerId="LiveId" clId="{01EA595D-86A9-4D03-A195-569607AD62BB}" dt="2026-08-29T18:34:37.760" v="300" actId="255"/>
        <pc:sldMkLst>
          <pc:docMk/>
          <pc:sldMk cId="0" sldId="264"/>
        </pc:sldMkLst>
        <pc:spChg chg="mod">
          <ac:chgData name="Mohit Rajput" userId="95106810807b9c4b" providerId="LiveId" clId="{01EA595D-86A9-4D03-A195-569607AD62BB}" dt="2026-08-29T18:34:37.760" v="300" actId="255"/>
          <ac:spMkLst>
            <pc:docMk/>
            <pc:sldMk cId="0" sldId="264"/>
            <ac:spMk id="2" creationId="{00000000-0000-0000-0000-000000000000}"/>
          </ac:spMkLst>
        </pc:spChg>
      </pc:sldChg>
      <pc:sldChg chg="addSp modSp mod">
        <pc:chgData name="Mohit Rajput" userId="95106810807b9c4b" providerId="LiveId" clId="{01EA595D-86A9-4D03-A195-569607AD62BB}" dt="2026-08-29T18:27:56.920" v="277" actId="20577"/>
        <pc:sldMkLst>
          <pc:docMk/>
          <pc:sldMk cId="0" sldId="266"/>
        </pc:sldMkLst>
        <pc:spChg chg="mod">
          <ac:chgData name="Mohit Rajput" userId="95106810807b9c4b" providerId="LiveId" clId="{01EA595D-86A9-4D03-A195-569607AD62BB}" dt="2026-08-29T18:15:32.395" v="143" actId="1076"/>
          <ac:spMkLst>
            <pc:docMk/>
            <pc:sldMk cId="0" sldId="266"/>
            <ac:spMk id="6" creationId="{00000000-0000-0000-0000-000000000000}"/>
          </ac:spMkLst>
        </pc:spChg>
        <pc:spChg chg="add mod">
          <ac:chgData name="Mohit Rajput" userId="95106810807b9c4b" providerId="LiveId" clId="{01EA595D-86A9-4D03-A195-569607AD62BB}" dt="2026-08-29T18:26:25.784" v="263" actId="1076"/>
          <ac:spMkLst>
            <pc:docMk/>
            <pc:sldMk cId="0" sldId="266"/>
            <ac:spMk id="10" creationId="{83CD2C35-7C21-77BB-41F5-2341E1480642}"/>
          </ac:spMkLst>
        </pc:spChg>
        <pc:spChg chg="add mod">
          <ac:chgData name="Mohit Rajput" userId="95106810807b9c4b" providerId="LiveId" clId="{01EA595D-86A9-4D03-A195-569607AD62BB}" dt="2026-08-29T18:27:09.412" v="266" actId="255"/>
          <ac:spMkLst>
            <pc:docMk/>
            <pc:sldMk cId="0" sldId="266"/>
            <ac:spMk id="12" creationId="{B3C78662-26B2-CD66-8092-F818AF9948DE}"/>
          </ac:spMkLst>
        </pc:spChg>
        <pc:spChg chg="add mod">
          <ac:chgData name="Mohit Rajput" userId="95106810807b9c4b" providerId="LiveId" clId="{01EA595D-86A9-4D03-A195-569607AD62BB}" dt="2026-08-29T18:27:56.920" v="277" actId="20577"/>
          <ac:spMkLst>
            <pc:docMk/>
            <pc:sldMk cId="0" sldId="266"/>
            <ac:spMk id="14" creationId="{52D6505E-6441-E49F-3E14-65ED5A28CF43}"/>
          </ac:spMkLst>
        </pc:spChg>
        <pc:picChg chg="mod">
          <ac:chgData name="Mohit Rajput" userId="95106810807b9c4b" providerId="LiveId" clId="{01EA595D-86A9-4D03-A195-569607AD62BB}" dt="2026-08-29T18:15:36.295" v="144" actId="1076"/>
          <ac:picMkLst>
            <pc:docMk/>
            <pc:sldMk cId="0" sldId="266"/>
            <ac:picMk id="5" creationId="{00000000-0000-0000-0000-000000000000}"/>
          </ac:picMkLst>
        </pc:picChg>
        <pc:picChg chg="mod">
          <ac:chgData name="Mohit Rajput" userId="95106810807b9c4b" providerId="LiveId" clId="{01EA595D-86A9-4D03-A195-569607AD62BB}" dt="2026-08-29T18:15:40.433" v="145" actId="1076"/>
          <ac:picMkLst>
            <pc:docMk/>
            <pc:sldMk cId="0" sldId="266"/>
            <ac:picMk id="8" creationId="{00000000-0000-0000-0000-000000000000}"/>
          </ac:picMkLst>
        </pc:picChg>
      </pc:sldChg>
      <pc:sldChg chg="addSp delSp modSp new mod">
        <pc:chgData name="Mohit Rajput" userId="95106810807b9c4b" providerId="LiveId" clId="{01EA595D-86A9-4D03-A195-569607AD62BB}" dt="2026-08-29T18:34:19.579" v="299"/>
        <pc:sldMkLst>
          <pc:docMk/>
          <pc:sldMk cId="2803128827" sldId="267"/>
        </pc:sldMkLst>
        <pc:spChg chg="add mod">
          <ac:chgData name="Mohit Rajput" userId="95106810807b9c4b" providerId="LiveId" clId="{01EA595D-86A9-4D03-A195-569607AD62BB}" dt="2026-08-29T18:29:35.598" v="287" actId="14100"/>
          <ac:spMkLst>
            <pc:docMk/>
            <pc:sldMk cId="2803128827" sldId="267"/>
            <ac:spMk id="3" creationId="{0E03E0DF-51C1-72C2-AD0A-76340B9C5EA3}"/>
          </ac:spMkLst>
        </pc:spChg>
        <pc:spChg chg="add del mod">
          <ac:chgData name="Mohit Rajput" userId="95106810807b9c4b" providerId="LiveId" clId="{01EA595D-86A9-4D03-A195-569607AD62BB}" dt="2026-08-29T18:34:19.579" v="299"/>
          <ac:spMkLst>
            <pc:docMk/>
            <pc:sldMk cId="2803128827" sldId="267"/>
            <ac:spMk id="6" creationId="{F41FDD25-923A-89B7-9CF7-0ABAC996DE8F}"/>
          </ac:spMkLst>
        </pc:spChg>
        <pc:graphicFrameChg chg="add mod">
          <ac:chgData name="Mohit Rajput" userId="95106810807b9c4b" providerId="LiveId" clId="{01EA595D-86A9-4D03-A195-569607AD62BB}" dt="2026-08-29T18:31:39.942" v="288"/>
          <ac:graphicFrameMkLst>
            <pc:docMk/>
            <pc:sldMk cId="2803128827" sldId="267"/>
            <ac:graphicFrameMk id="4" creationId="{9A2528B5-6C10-B715-238A-42D8407AE232}"/>
          </ac:graphicFrameMkLst>
        </pc:graphicFrameChg>
        <pc:graphicFrameChg chg="add mod">
          <ac:chgData name="Mohit Rajput" userId="95106810807b9c4b" providerId="LiveId" clId="{01EA595D-86A9-4D03-A195-569607AD62BB}" dt="2026-08-29T18:32:26.814" v="289"/>
          <ac:graphicFrameMkLst>
            <pc:docMk/>
            <pc:sldMk cId="2803128827" sldId="267"/>
            <ac:graphicFrameMk id="5" creationId="{2078E213-9272-9D9D-6862-412044F5120C}"/>
          </ac:graphicFrameMkLst>
        </pc:graphicFrameChg>
        <pc:graphicFrameChg chg="add mod">
          <ac:chgData name="Mohit Rajput" userId="95106810807b9c4b" providerId="LiveId" clId="{01EA595D-86A9-4D03-A195-569607AD62BB}" dt="2026-08-29T18:34:18.671" v="297" actId="14100"/>
          <ac:graphicFrameMkLst>
            <pc:docMk/>
            <pc:sldMk cId="2803128827" sldId="267"/>
            <ac:graphicFrameMk id="7" creationId="{03E9D544-B318-6FDA-27BB-280507BA543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137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6280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Web Developer Internship</a:t>
            </a:r>
            <a:endParaRPr lang="en-US" sz="3700" b="1" dirty="0"/>
          </a:p>
        </p:txBody>
      </p:sp>
      <p:sp>
        <p:nvSpPr>
          <p:cNvPr id="5" name="Text 2"/>
          <p:cNvSpPr/>
          <p:nvPr/>
        </p:nvSpPr>
        <p:spPr>
          <a:xfrm>
            <a:off x="661475" y="368349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1-Month Professional Internship Presentation Report </a:t>
            </a:r>
            <a:endParaRPr lang="en-US" sz="1450" dirty="0"/>
          </a:p>
        </p:txBody>
      </p:sp>
      <p:pic>
        <p:nvPicPr>
          <p:cNvPr id="7" name="Picture 6" descr="IILM University, Gurugram logo">
            <a:extLst>
              <a:ext uri="{FF2B5EF4-FFF2-40B4-BE49-F238E27FC236}">
                <a16:creationId xmlns:a16="http://schemas.microsoft.com/office/drawing/2014/main" id="{FCF2244C-7791-6D4F-4E61-90C532949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772" y="157648"/>
            <a:ext cx="2729365" cy="9051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673AE1-32A5-98BD-4A75-7660DF5FB1A7}"/>
              </a:ext>
            </a:extLst>
          </p:cNvPr>
          <p:cNvSpPr txBox="1"/>
          <p:nvPr/>
        </p:nvSpPr>
        <p:spPr>
          <a:xfrm>
            <a:off x="2328772" y="1007673"/>
            <a:ext cx="3232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GREATER NOIDA, UTTAR PRADESH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C4AFA-C896-CC10-18C8-DC0C21932B67}"/>
              </a:ext>
            </a:extLst>
          </p:cNvPr>
          <p:cNvSpPr txBox="1"/>
          <p:nvPr/>
        </p:nvSpPr>
        <p:spPr>
          <a:xfrm>
            <a:off x="528648" y="245523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Codec Technologies Pvt. Ltd.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6929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Candidate &amp; Program Overview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097236" y="2634059"/>
            <a:ext cx="3190101" cy="3054548"/>
          </a:xfrm>
          <a:prstGeom prst="roundRect">
            <a:avLst>
              <a:gd name="adj" fmla="val 4455"/>
            </a:avLst>
          </a:prstGeom>
          <a:solidFill>
            <a:srgbClr val="437066"/>
          </a:solidFill>
          <a:ln/>
        </p:spPr>
      </p:sp>
      <p:sp>
        <p:nvSpPr>
          <p:cNvPr id="6" name="Text 3"/>
          <p:cNvSpPr/>
          <p:nvPr/>
        </p:nvSpPr>
        <p:spPr>
          <a:xfrm>
            <a:off x="5286243" y="2823071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       Candidate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86243" y="3307358"/>
            <a:ext cx="2812087" cy="1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Mohit Rajput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Roll: 25SCS1003001547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Web Developer Intern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18719" y="2823071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Program Details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18719" y="3307358"/>
            <a:ext cx="2917851" cy="231517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Duration: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1 Month (July2026-August2026) 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Organization: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Codec Technologies Pvt. Ltd.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Mode: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Pan India, Hybrid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Program: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1-Month Web Developer Internship</a:t>
            </a:r>
            <a:endParaRPr lang="en-US" sz="145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4DABA4DF-5FD6-BA70-89C0-1A4A85707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243" y="2732657"/>
            <a:ext cx="369729" cy="3697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95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Organization Profile: Codec Technologies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08225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50358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Global Presence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912269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Operating across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27+ countries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308225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50358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🏅</a:t>
            </a: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Certified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912269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ISO 9001:2015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certified quality standards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599061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379442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Partnership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203105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Google for Education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Partner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599061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379442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Mission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203105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Empowering learners &amp; connecting diverse talent worldwide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21593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Dedicated IT and business consultancy services · Global innovation &amp; strategic growth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9867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Program Objectives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17279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2365" y="220821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75723" y="223768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Industry-Level Web Development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275723" y="2646363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Full-stack skills · Front-end frameworks · Responsive design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1475" y="332680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2365" y="336222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275723" y="339169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Back-End &amp; Database Mastery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275723" y="3800376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Node.js · Express · MongoDB management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448081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2365" y="451623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275723" y="4545707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Production Deployment &amp; AI Integration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1275723" y="4954389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Deploy to live environments · Build real-world AI-powered projects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182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Statement &amp; Industry Context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8142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3706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Challenge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465711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40+ hours/week on resume screening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 bias in candidate evaluation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Poor skill-to-job alignment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45+ day hiring cycles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98142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3706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Opportunity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3465711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70%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time reduction with AI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85%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accuracy improvement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15–20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day hiring cycles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Data-driven decisions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87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Week 1 &amp; 2: Building the Foundation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6745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76177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HTML &amp; CSS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684859"/>
            <a:ext cx="5316206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Tags, forms, tables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Selectors, box model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Text styling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56745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276177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JavaScript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684859"/>
            <a:ext cx="531630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Variables, operators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Control flow, loops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Functions, events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Responsive Design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Media queries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Flexbox, Grid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Bootstrap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React &amp; Backend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Components, state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Node.js, Express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MongoDB CRUD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06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Week 3: APIs, Deployment &amp; Version Control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69368"/>
            <a:ext cx="10868745" cy="42878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52247" y="3254370"/>
            <a:ext cx="2162133" cy="29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Build APIs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352247" y="3632221"/>
            <a:ext cx="2162133" cy="706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REST design, data fetching, custom endpoints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040286" y="3429240"/>
            <a:ext cx="2162133" cy="58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Deploy to Production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040286" y="4101267"/>
            <a:ext cx="2162133" cy="470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Host on Heroku or Netlify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59704" y="3254370"/>
            <a:ext cx="2162133" cy="58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Version Control &amp; Testing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759704" y="3926396"/>
            <a:ext cx="2162133" cy="470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Git, GitHub workflows and debugging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5976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Project: AI-Powered ATS Platform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624534"/>
            <a:ext cx="3053877" cy="144234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25399">
            <a:solidFill>
              <a:srgbClr val="C5D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7767" y="2838946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Objective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47767" y="3247628"/>
            <a:ext cx="26250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Intelligent end-to-end recruitment system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624534"/>
            <a:ext cx="3053976" cy="144234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25399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90651" y="2838946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 Stack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90651" y="3247628"/>
            <a:ext cx="2625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React · Python · FastAPI · PostgreSQL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255889"/>
            <a:ext cx="6296860" cy="144234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25399">
            <a:solidFill>
              <a:srgbClr val="C5D2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47767" y="4470301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Features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47767" y="4878983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Resume parsing · Skill matching · Pipeline visualization · Interview scheduling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Technical Architecture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01833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3706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Frontend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220839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React.js components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Redux state management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Responsive design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660378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3706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Backend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21058" y="3862884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FastAPI endpoints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NLP processing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PostgreSQL database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2525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Features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93926"/>
            <a:ext cx="3496877" cy="1838821"/>
          </a:xfrm>
          <a:prstGeom prst="roundRect">
            <a:avLst>
              <a:gd name="adj" fmla="val 431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18928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Resume Parsing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597970"/>
            <a:ext cx="310616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 extraction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Multi-format support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Entity recognition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993926"/>
            <a:ext cx="3496877" cy="1838821"/>
          </a:xfrm>
          <a:prstGeom prst="roundRect">
            <a:avLst>
              <a:gd name="adj" fmla="val 431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318928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Skill Matching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597970"/>
            <a:ext cx="310616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Requirement comparison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Gap identification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Confidence scoring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993926"/>
            <a:ext cx="3496877" cy="1838821"/>
          </a:xfrm>
          <a:prstGeom prst="roundRect">
            <a:avLst>
              <a:gd name="adj" fmla="val 431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318928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Pipeline &amp; Scheduling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597970"/>
            <a:ext cx="310616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Kanban board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Calendar integration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 reminders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3E0DF-51C1-72C2-AD0A-76340B9C5EA3}"/>
              </a:ext>
            </a:extLst>
          </p:cNvPr>
          <p:cNvSpPr txBox="1"/>
          <p:nvPr/>
        </p:nvSpPr>
        <p:spPr>
          <a:xfrm>
            <a:off x="336883" y="396116"/>
            <a:ext cx="8149391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00" dirty="0">
                <a:solidFill>
                  <a:srgbClr val="0F172A"/>
                </a:solidFill>
                <a:latin typeface="Kanit Light" panose="020B0604020202020204" charset="-34"/>
                <a:cs typeface="Kanit Light" panose="020B0604020202020204" charset="-34"/>
              </a:rPr>
              <a:t>Certification &amp; Official Verification</a:t>
            </a:r>
            <a:endParaRPr lang="en-US" sz="3700" dirty="0">
              <a:latin typeface="Kanit Light" panose="020B0604020202020204" charset="-34"/>
              <a:cs typeface="Kanit Light" panose="020B0604020202020204" charset="-34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A2528B5-6C10-B715-238A-42D8407AE2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836568"/>
              </p:ext>
            </p:extLst>
          </p:nvPr>
        </p:nvGraphicFramePr>
        <p:xfrm>
          <a:off x="2032000" y="719138"/>
          <a:ext cx="8128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0" imgH="0" progId="AcroExch.Document.11">
                  <p:embed/>
                </p:oleObj>
              </mc:Choice>
              <mc:Fallback>
                <p:oleObj name="Acrobat Document" r:id="rId2" imgW="0" imgH="0" progId="AcroExch.Document.11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A2528B5-6C10-B715-238A-42D8407AE232}"/>
                          </a:ext>
                        </a:extLst>
                      </p:cNvPr>
                      <p:cNvPicPr/>
                      <p:nvPr/>
                    </p:nvPicPr>
                    <p:blipFill/>
                    <p:spPr>
                      <a:xfrm>
                        <a:off x="2032000" y="719138"/>
                        <a:ext cx="8128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078E213-9272-9D9D-6862-412044F512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94850"/>
              </p:ext>
            </p:extLst>
          </p:nvPr>
        </p:nvGraphicFramePr>
        <p:xfrm>
          <a:off x="2032000" y="719138"/>
          <a:ext cx="8128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0" imgH="0" progId="AcroExch.Document.11">
                  <p:embed/>
                </p:oleObj>
              </mc:Choice>
              <mc:Fallback>
                <p:oleObj name="Acrobat Document" r:id="rId2" imgW="0" imgH="0" progId="AcroExch.Document.11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078E213-9272-9D9D-6862-412044F5120C}"/>
                          </a:ext>
                        </a:extLst>
                      </p:cNvPr>
                      <p:cNvPicPr/>
                      <p:nvPr/>
                    </p:nvPicPr>
                    <p:blipFill/>
                    <p:spPr>
                      <a:xfrm>
                        <a:off x="2032000" y="719138"/>
                        <a:ext cx="8128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3E9D544-B318-6FDA-27BB-280507BA54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804099"/>
              </p:ext>
            </p:extLst>
          </p:nvPr>
        </p:nvGraphicFramePr>
        <p:xfrm>
          <a:off x="1090863" y="1284287"/>
          <a:ext cx="9992613" cy="5848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6858000" imgH="4286214" progId="AcroExch.Document.11">
                  <p:embed/>
                </p:oleObj>
              </mc:Choice>
              <mc:Fallback>
                <p:oleObj name="Acrobat Document" r:id="rId3" imgW="6858000" imgH="4286214" progId="AcroExch.Document.11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03E9D544-B318-6FDA-27BB-280507BA54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0863" y="1284287"/>
                        <a:ext cx="9992613" cy="58480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3128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58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                                   THANK YOU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40013"/>
            <a:ext cx="5339820" cy="24520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854424"/>
            <a:ext cx="4809409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    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483" y="3029748"/>
            <a:ext cx="464233" cy="4642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30718" y="2738145"/>
            <a:ext cx="4809409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                                                                                             Mohit Rajput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640013"/>
            <a:ext cx="5339919" cy="245209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646" y="3085013"/>
            <a:ext cx="408969" cy="4089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CD2C35-7C21-77BB-41F5-2341E1480642}"/>
              </a:ext>
            </a:extLst>
          </p:cNvPr>
          <p:cNvSpPr txBox="1"/>
          <p:nvPr/>
        </p:nvSpPr>
        <p:spPr>
          <a:xfrm>
            <a:off x="7013759" y="3097674"/>
            <a:ext cx="6096000" cy="73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 SemiBold"/>
              </a:rPr>
              <a:t>School of Computer Science &amp; </a:t>
            </a:r>
          </a:p>
          <a:p>
            <a:pPr algn="l">
              <a:lnSpc>
                <a:spcPts val="2475"/>
              </a:lnSpc>
            </a:pPr>
            <a:r>
              <a:rPr lang="en-US" sz="24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 SemiBold"/>
              </a:rPr>
              <a:t>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78662-26B2-CD66-8092-F818AF9948DE}"/>
              </a:ext>
            </a:extLst>
          </p:cNvPr>
          <p:cNvSpPr txBox="1"/>
          <p:nvPr/>
        </p:nvSpPr>
        <p:spPr>
          <a:xfrm>
            <a:off x="6521885" y="3912175"/>
            <a:ext cx="655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dirty="0">
                <a:solidFill>
                  <a:srgbClr val="64748B"/>
                </a:solidFill>
                <a:latin typeface="Inter"/>
              </a:rPr>
              <a:t>IILM University, Greater Noida, U.P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D6505E-6441-E49F-3E14-65ED5A28CF43}"/>
              </a:ext>
            </a:extLst>
          </p:cNvPr>
          <p:cNvSpPr txBox="1"/>
          <p:nvPr/>
        </p:nvSpPr>
        <p:spPr>
          <a:xfrm>
            <a:off x="1008483" y="3610272"/>
            <a:ext cx="6553200" cy="3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b="0" i="0" u="none" dirty="0">
                <a:solidFill>
                  <a:srgbClr val="64748B"/>
                </a:solidFill>
                <a:latin typeface="Inter"/>
              </a:rPr>
              <a:t>Roll No: 25SCS1003001547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411</Words>
  <Application>Microsoft Office PowerPoint</Application>
  <PresentationFormat>Widescreen</PresentationFormat>
  <Paragraphs>117</Paragraphs>
  <Slides>12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Kanit Light</vt:lpstr>
      <vt:lpstr>Inter SemiBold</vt:lpstr>
      <vt:lpstr>Twemoji Mozilla</vt:lpstr>
      <vt:lpstr>Martel Sans</vt:lpstr>
      <vt:lpstr>Martel Sans Bold</vt:lpstr>
      <vt:lpstr>Inter</vt:lpstr>
      <vt:lpstr>Arial</vt:lpstr>
      <vt:lpstr>Office Theme</vt:lpstr>
      <vt:lpstr>Adobe 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Mohit Rajput</cp:lastModifiedBy>
  <cp:revision>1</cp:revision>
  <dcterms:created xsi:type="dcterms:W3CDTF">2026-08-29T17:52:34Z</dcterms:created>
  <dcterms:modified xsi:type="dcterms:W3CDTF">2026-08-29T18:44:40Z</dcterms:modified>
</cp:coreProperties>
</file>